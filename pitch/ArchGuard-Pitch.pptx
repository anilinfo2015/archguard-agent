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ArchGuard-AI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DAE3F3"/>
                </a:solidFill>
              </a:rPr>
              <a:t>Continuous architecture review at every step — not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AE3F3"/>
                </a:solidFill>
              </a:rPr>
              <a:t>Internal hackathon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Architecture is reviewed once at an ARB, then drifts silently.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Rules live in Confluence and people's heads — not enforced in code.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By the time drift is found, it is expensive to unwind.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Generic AI PR reviewers are non-deterministic and cannot gate a merge.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</a:rPr>
              <a:t>“We review architecture at the start, then hope. Drift is discovered late.”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Architects write rules in plain English (org / domain / team / service, HLD + LLD).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An LLM compiles each rule into architecture-as-code — once, at authoring time.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The pipeline runs the compiled rules deterministically on every PR.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Findings carry a policy ID + file:line. High-confidence drift blocks the merge.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E7D32"/>
                </a:solidFill>
              </a:rPr>
              <a:t>The model proposes at authoring time. The compiled rule decides at runtime.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Flow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</a:rPr>
              <a:t>Author once (LLM)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37744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Rules in English
(MD via PR / UI)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645920"/>
            <a:ext cx="219456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LLM compiler
skill/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645920"/>
            <a:ext cx="2377440" cy="914400"/>
          </a:xfrm>
          <a:prstGeom prst="roundRect">
            <a:avLst/>
          </a:prstGeom>
          <a:solidFill>
            <a:srgbClr val="D5E8D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7D32"/>
                </a:solidFill>
              </a:rPr>
              <a:t>Architecture-as-code
policy pack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34640" y="2103120"/>
            <a:ext cx="36576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394960" y="2103120"/>
            <a:ext cx="36576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3017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</a:rPr>
              <a:t>Enforce every PR (deterministic)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201168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Pull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3474720"/>
            <a:ext cx="274320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Native parsers
Structurizr / dep-cruiser / TF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474720"/>
            <a:ext cx="219456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Engine evaluates
engine/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3108960"/>
            <a:ext cx="2743200" cy="822960"/>
          </a:xfrm>
          <a:prstGeom prst="roundRect">
            <a:avLst/>
          </a:prstGeom>
          <a:solidFill>
            <a:srgbClr val="F8CECE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0392B"/>
                </a:solidFill>
              </a:rPr>
              <a:t>Blocking? -&gt; PR fails
policyId + file:line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4206240"/>
            <a:ext cx="2743200" cy="82296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B7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76E00"/>
                </a:solidFill>
              </a:rPr>
              <a:t>Otherwise -&gt; advisory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68880" y="3931920"/>
            <a:ext cx="45720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80" y="3931920"/>
            <a:ext cx="45720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321040" y="3520440"/>
            <a:ext cx="457200" cy="320040"/>
          </a:xfrm>
          <a:prstGeom prst="line">
            <a:avLst/>
          </a:prstGeom>
          <a:ln w="22225">
            <a:solidFill>
              <a:srgbClr val="C0392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21040" y="4023360"/>
            <a:ext cx="457200" cy="594360"/>
          </a:xfrm>
          <a:prstGeom prst="line">
            <a:avLst/>
          </a:prstGeom>
          <a:ln w="22225">
            <a:solidFill>
              <a:srgbClr val="B76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49440" y="1645920"/>
            <a:ext cx="274320" cy="1828800"/>
          </a:xfrm>
          <a:prstGeom prst="line">
            <a:avLst/>
          </a:prstGeom>
          <a:ln w="2222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Sequence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4765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Architect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565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181497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UI / PR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67297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788228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Skill (LLM)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74028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394960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Repo (main)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001691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Developer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7491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08422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Pipeline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94222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215154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Engine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00954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60565" y="2377440"/>
            <a:ext cx="1606732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60565" y="2084832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write rule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67297" y="2761488"/>
            <a:ext cx="1606731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67297" y="2468880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submit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74028" y="3054096"/>
            <a:ext cx="822960" cy="256032"/>
          </a:xfrm>
          <a:prstGeom prst="rect">
            <a:avLst/>
          </a:prstGeom>
          <a:solidFill>
            <a:srgbClr val="DAE3F3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9748" y="303580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1F4E79"/>
                </a:solidFill>
              </a:rPr>
              <a:t>compile to code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74028" y="3529584"/>
            <a:ext cx="1606732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74028" y="3236976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PR policy pack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60565" y="3913632"/>
            <a:ext cx="4820195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260565" y="3621024"/>
            <a:ext cx="500307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review &amp; merge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87491" y="4297680"/>
            <a:ext cx="1606731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87491" y="4005072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open PR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94222" y="4590288"/>
            <a:ext cx="822960" cy="256032"/>
          </a:xfrm>
          <a:prstGeom prst="rect">
            <a:avLst/>
          </a:prstGeom>
          <a:solidFill>
            <a:srgbClr val="DAE3F3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39942" y="4572000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1F4E79"/>
                </a:solidFill>
              </a:rPr>
              <a:t>run parsers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94222" y="5065776"/>
            <a:ext cx="1606732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294222" y="4773168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evaluate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9294222" y="5449824"/>
            <a:ext cx="1606732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294222" y="5157216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findings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687491" y="5833872"/>
            <a:ext cx="1606731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687491" y="5541264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block / advise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Role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2743200" cy="14630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Architect
Authors org/team rules
Reviews compiled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554480"/>
            <a:ext cx="2743200" cy="1463040"/>
          </a:xfrm>
          <a:prstGeom prst="roundRect">
            <a:avLst/>
          </a:prstGeom>
          <a:solidFill>
            <a:srgbClr val="D5E8D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7D32"/>
                </a:solidFill>
              </a:rPr>
              <a:t>Skill / LLM
(authoring time)
Compiles English -&gt; predicates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0" y="1554480"/>
            <a:ext cx="2743200" cy="14630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Developer
Opens PR
Fixes flagged drift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4206240"/>
            <a:ext cx="2743200" cy="128016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B7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76E00"/>
                </a:solidFill>
              </a:rPr>
              <a:t>Pipeline
(runtime)
Parsers + engine on every PR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83280" y="2286000"/>
            <a:ext cx="128016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406640" y="2286000"/>
            <a:ext cx="128016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35040" y="3017520"/>
            <a:ext cx="0" cy="1188720"/>
          </a:xfrm>
          <a:prstGeom prst="line">
            <a:avLst/>
          </a:prstGeom>
          <a:ln w="2222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406640" y="3017520"/>
            <a:ext cx="2651760" cy="146304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What architecture-as-code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English rule: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</a:rPr>
              <a:t>“Modules in payments must not call legacy-billing synchronously.”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60"/>
            <a:ext cx="10698480" cy="3108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9CDCFE"/>
                </a:solidFill>
                <a:latin typeface="Consolas"/>
              </a:rPr>
              <a:t>{
  "policyId": "ARC-COM-003",
  "scope": "domain:payments",
  "tier": "lld",
  "severity": "block",
  "predicate": "require_async_cross_context(target='legacy-billing')",
  "source": "rules/payments.md#rule-1"
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Built for parallel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Skill / Authoring (LLM)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64592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skill/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1645920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Engine (deterministic)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42316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engine/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2423160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Pipeline (CI trigger)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20040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pipeline/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200400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UI (author + review)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977639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ui/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3977639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54879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Pitch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754879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pitch/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4754879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Four independent workstreams, one JSON contract between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Why it wins &amp;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Deterministic gate — reproducible and auditable, unlike generic AI reviewers.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Evidence-bound — every finding has a policy ID and file:line.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Author once, enforce always — LLM effort spent at authoring, not per PR.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Continuous — architecture review at every step, seamless for developers.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E7D32"/>
                </a:solidFill>
              </a:rPr>
              <a:t>The ask:</a:t>
            </a:r>
          </a:p>
          <a:p>
            <a:pPr algn="l"/>
            <a:r>
              <a:rPr sz="1800" b="0">
                <a:solidFill>
                  <a:srgbClr val="2E7D32"/>
                </a:solidFill>
              </a:rPr>
              <a:t>• Pick your area and grab it in CODEOWNERS.</a:t>
            </a:r>
          </a:p>
          <a:p>
            <a:pPr algn="l"/>
            <a:r>
              <a:rPr sz="1800" b="0">
                <a:solidFill>
                  <a:srgbClr val="2E7D32"/>
                </a:solidFill>
              </a:rPr>
              <a:t>• Demo: English rule -&gt; compiled policy -&gt; blocked PR, end to end.</a:t>
            </a:r>
          </a:p>
          <a:p>
            <a:pPr algn="l"/>
            <a:r>
              <a:rPr sz="1800" b="0">
                <a:solidFill>
                  <a:srgbClr val="2E7D32"/>
                </a:solidFill>
              </a:rPr>
              <a:t>• Stretch: live UI authoring + advisory comments on a real PR.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